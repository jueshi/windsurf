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📈 Personal AI Stock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Your AI-Powered Investment Research Companion</a:t>
            </a:r>
            <a:br/>
            <a:br/>
            <a:r>
              <a:t>Dec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😫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1A73E8"/>
                </a:solidFill>
              </a:defRPr>
            </a:pPr>
            <a:r>
              <a:t>Individual investors face overwhelming challenges: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Information Overload: 1000s of stocks, endless news, complex filings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Time-Consuming Research: Hours spent on each stock analysis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Scattered Tools: Switching between 10+ websites and apps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SEC Filing Complexity: 10-K/10-Q reports are 100+ pages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No AI Integration: Manual analysis without AI assistance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defRPr sz="1600" i="1">
                <a:solidFill>
                  <a:srgbClr val="666666"/>
                </a:solidFill>
              </a:defRPr>
            </a:pPr>
            <a:r>
              <a:t>Result: Retail investors miss opportunities or make uninformed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🚀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1A73E8"/>
                </a:solidFill>
              </a:defRPr>
            </a:pPr>
            <a:r>
              <a:t>Personal AI Stock Assistant - An all-in-one desktop application: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📊 Multi-timeframe charting (Daily/Weekly/Monthly)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🤖 AI-powered analysis using Google Gemini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📑 SEC filing extraction (10-K, 10-Q automated parsing)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📰 News aggregation &amp; summarization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🎯 Investment frameworks (Buffett &amp; CANSLIM analysis)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💼 Portfolio management with watch lists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defRPr sz="1600" i="1">
                <a:solidFill>
                  <a:srgbClr val="666666"/>
                </a:solidFill>
              </a:defRPr>
            </a:pPr>
            <a:r>
              <a:t>One tool. Complete research workflow. AI-enhanced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✨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Smart Charting: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  Daily, Weekly, Monthly candlesticks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  Multi-timeframe galleries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  StockCharts.com integration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  Seasonality analysis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AI-Powered Analysis: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  Business analysis with Gemini AI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  News summarization (4 types)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  Custom AI search queries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  Clipboard content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SEC Filing Intelligence: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  Automated 10-K/10-Q extraction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  Financial table parsing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  AI-generated filing summaries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  Export to Excel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Investment Frameworks: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  Warren Buffett value metrics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  CANSLIM growth criteria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  Radar chart visualization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  Fundamental data filtering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⚙️ 5-Phase Research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1A73E8"/>
                </a:solidFill>
              </a:defRPr>
            </a:pPr>
            <a:r>
              <a:t>Systematic approach to stock analysis: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1️⃣ DISCOVER → Screen &amp; filter potential investments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2️⃣ TECHNICAL → Chart analysis across timeframes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3️⃣ FUNDAMENTAL → Business &amp; financial analysis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4️⃣ SEC DEEP DIVE → 10-K/10-Q filing analysis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5️⃣ MONITOR → Track positions &amp; make decisions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1A73E8"/>
                </a:solidFill>
              </a:defRPr>
            </a:pPr>
            <a:r>
              <a:t>Time Savings: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5-minute quick check → Instant stock overview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30-minute deep dive → Complete analysis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Pre-earnings prep → Automated quarterly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🛠️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1A73E8"/>
                </a:solidFill>
              </a:defRPr>
            </a:pPr>
            <a:r>
              <a:t>Core Technologies: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Frontend: Python Tkinter (Desktop GUI)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AI Engine: Google Gemini API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Data Sources: Yahoo Finance, Finviz, SEC EDGAR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Charting: Plotly, Matplotlib, StockCharts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Data Processing: Pandas, BeautifulSoup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1A73E8"/>
                </a:solidFill>
              </a:defRPr>
            </a:pPr>
            <a:r>
              <a:t>Key Technical Features: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✅ Offline-capable with local caching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✅ Rate limiting for API compliance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✅ Multi-language support (English/Chinese)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✅ Persistent settings &amp; watch lists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✅ 80+ tooltips for user guidance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📈 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1A73E8"/>
                </a:solidFill>
              </a:defRPr>
            </a:pPr>
            <a:r>
              <a:t>Target Market: Self-Directed Investors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US Retail Investors: 150M+ accounts (Growing 15% YoY)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Active Traders: 30M+ (Post-pandemic surge)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AI Tool Adoption: 40% interested (Rapidly increasing)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1A73E8"/>
                </a:solidFill>
              </a:defRPr>
            </a:pPr>
            <a:r>
              <a:t>Why Now?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🚀 AI capabilities have reached practical utility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📱 Retail trading at all-time highs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📊 Demand for sophisticated tools at consumer prices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🏦 Democratization of institutional-grade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🏆 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1A73E8"/>
                </a:solidFill>
              </a:defRPr>
            </a:pPr>
            <a:r>
              <a:t>vs Bloomberg ($24K/yr), Yahoo Finance, TradingView: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✅ AI Analysis - Built-in Gemini integration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✅ SEC Parsing - Automated filing extraction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✅ News Summary - AI-powered, not manual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✅ Buffett/CANSLIM - Investment frameworks built-in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✅ Desktop App - Works offline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✅ Affordable - Free/low-cost tiers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1A73E8"/>
                </a:solidFill>
              </a:defRPr>
            </a:pPr>
            <a:r>
              <a:t>Our Moat: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AI-First Design - Built around Gemini integration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SEC Intelligence - Automated filing analysis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Investment Frameworks - Proven methodologies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All-in-One - No tab switching between tools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💰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1A73E8"/>
                </a:solidFill>
              </a:defRPr>
            </a:pPr>
            <a:r>
              <a:t>Freemium SaaS Model: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Free ($0): Basic charting, limited AI queries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Pro ($19/mo): Unlimited AI, SEC analysis, priority support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Team ($49/mo): Multi-user, shared watchlists, API access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1A73E8"/>
                </a:solidFill>
              </a:defRPr>
            </a:pPr>
            <a:r>
              <a:t>Revenue Streams: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Subscriptions: Primary revenue (80%)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API Access: Developer integrations (15%)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Premium Data: Enhanced datasets (5%)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1A73E8"/>
                </a:solidFill>
              </a:defRPr>
            </a:pPr>
            <a:r>
              <a:t>Unit Economics: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CAC: ~$30 | LTV: ~$300 | LTV/CAC: 10x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📊 Traction &amp;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1A73E8"/>
                </a:solidFill>
              </a:defRPr>
            </a:pPr>
            <a:r>
              <a:t>Current Status: MVP Complete ✅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Features Built: 50+ core features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Code Quality: 7,000+ lines, production-ready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Documentation: Complete user guide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AI Integration: Gemini API fully integrated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SEC Parsing: 10-K/10-Q extraction working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1A73E8"/>
                </a:solidFill>
              </a:defRPr>
            </a:pPr>
            <a:r>
              <a:t>Roadmap: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Q1 2025: Beta Launch → 100 users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Q2 2025: Public Launch → 1,000 users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Q3 2025: Mobile App → 10,000 users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Q4 2025: Enterprise → B2B sales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👥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1A73E8"/>
                </a:solidFill>
              </a:defRPr>
            </a:pPr>
            <a:r>
              <a:t>Founder: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Jue Shi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Software Engineer with finance passion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Built end-to-end from concept to MVP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Deep understanding of retail investor needs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1A73E8"/>
                </a:solidFill>
              </a:defRPr>
            </a:pPr>
            <a:r>
              <a:t>Advisors Needed: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🎯 Finance/Trading expert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📈 Growth marketing specialist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🏢 Enterprise sales leader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🎯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1A73E8"/>
                </a:solidFill>
              </a:defRPr>
            </a:pPr>
            <a:r>
              <a:t>Seeking: $250K Seed Round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1A73E8"/>
                </a:solidFill>
              </a:defRPr>
            </a:pPr>
            <a:r>
              <a:t>Use of Funds: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Engineering (50%): Web/mobile development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Marketing (25%): User acquisition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Infrastructure (15%): Cloud, APIs, data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Operations (10%): Legal, admin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1A73E8"/>
                </a:solidFill>
              </a:defRPr>
            </a:pPr>
            <a:r>
              <a:t>Milestones This Funding Enables: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✅ Web application launch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✅ 1,000 paying subscribers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✅ Mobile app MVP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✅ Series A readiness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🌟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666666"/>
                </a:solidFill>
              </a:defRPr>
            </a:pPr>
            <a:r>
              <a:t>"Democratize institutional-grade investment research through AI"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1A73E8"/>
                </a:solidFill>
              </a:defRPr>
            </a:pPr>
            <a:r>
              <a:t>Long-term Goals: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2025: Best AI stock research tool for individuals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2026: Expand to crypto, forex, commodities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2027: Enterprise offering for RIAs and advisors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2028: Global expansion (EU, Asia markets)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1A73E8"/>
                </a:solidFill>
              </a:defRPr>
            </a:pPr>
            <a:r>
              <a:t>Impact: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🎯 Help 1M+ investors make better decisions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💡 Reduce information asymmetry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🌍 Level the playing field vs institutions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📈 Personal AI Stock Assistant</a:t>
            </a:r>
          </a:p>
          <a:p>
            <a:br/>
            <a:pPr algn="ctr">
              <a:defRPr sz="2400">
                <a:solidFill>
                  <a:srgbClr val="FFFFFF"/>
                </a:solidFill>
              </a:defRPr>
            </a:pPr>
            <a:r>
              <a:t>Jue 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FFFFFF"/>
                </a:solidFill>
              </a:defRPr>
            </a:pPr>
            <a:r>
              <a:t>"Empowering individual investors with AI-powered research"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